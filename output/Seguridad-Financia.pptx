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de la sección de seguridad. Tres decisiones de diseño: mínimo dato, aislamiento por persona, sin acceso a dinero ni tarjetas.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directo: qué guardamos y qué no. Enfatizar que Financia no se conecta a cuentas bancarias ni ve tarjetas.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controles sobre la cuenta. Cada tarjeta cierra con el beneficio concreto para el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Protección de datos e infraestructura. Mencionar SOC 2 y PCI DSS: son los términos que el área de riesgo reconoce.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cuatro compromisos y la invitación a una sesión técnica con el área de seguridad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</a:t>
            </a:r>
            <a:pPr indent="0" marL="0">
              <a:buNone/>
            </a:pPr>
            <a:r>
              <a:rPr lang="en-US" sz="11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PROTECCIÓN DE LA INFORMACIÓN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protegemos la información de los usuarios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ayuda a las personas a ordenar sus finanzas. Para ganarse esa confianza, la plataforma se diseñó sobre tres decisiones que no cambian.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3393338" cy="2057400"/>
          </a:xfrm>
          <a:prstGeom prst="roundRect">
            <a:avLst>
              <a:gd name="adj" fmla="val 3556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434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50749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Guardamos lo mínimo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458968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información que el usuario decide registrar. Nada se toma de sus cuentas ni de sus tarjetas.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9178" y="4160520"/>
            <a:ext cx="3393338" cy="2057400"/>
          </a:xfrm>
          <a:prstGeom prst="roundRect">
            <a:avLst>
              <a:gd name="adj" fmla="val 3556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44348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73498" y="50749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ve solo lo suyo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73498" y="5458968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entre usuarios está en la base de datos misma, no solo en la pantalla.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58277" y="4160520"/>
            <a:ext cx="3393338" cy="2057400"/>
          </a:xfrm>
          <a:prstGeom prst="roundRect">
            <a:avLst>
              <a:gd name="adj" fmla="val 3556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44348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32597" y="50749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tocamos el dinero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8432597" y="5458968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no mueve fondos, no accede a cuentas bancarias y no ve datos de tarjetas.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</a:t>
            </a:r>
            <a:pPr indent="0" marL="0">
              <a:buNone/>
            </a:pPr>
            <a:r>
              <a:rPr lang="en-US" sz="11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 /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información manejamos y qué 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7168" cy="4434840"/>
          </a:xfrm>
          <a:prstGeom prst="roundRect">
            <a:avLst>
              <a:gd name="adj" fmla="val 1649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USUARIO NOS ENTREGA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334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606040"/>
            <a:ext cx="403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correo y celular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identificarlo y enviarle recordatorios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5021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3474720"/>
            <a:ext cx="403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gastos e ingresos que registra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app o por WhatsApp, con el monto y la categoría que él elige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7083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4343400"/>
            <a:ext cx="403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presupuestos y metas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límites que se pone por categoría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05840" y="5166360"/>
            <a:ext cx="4495648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05840" y="5285232"/>
            <a:ext cx="449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información es </a:t>
            </a:r>
            <a:pPr indent="0" marL="0">
              <a:buNone/>
            </a:pPr>
            <a:r>
              <a:rPr lang="en-US" sz="12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usuario</a:t>
            </a:r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puede pedir una copia, corregirla o solicitar que la eliminemos en cualquier momento, según la Ley 1581 de 2012.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324448" y="1783080"/>
            <a:ext cx="5227168" cy="4434840"/>
          </a:xfrm>
          <a:prstGeom prst="roundRect">
            <a:avLst>
              <a:gd name="adj" fmla="val 1649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90208" y="2103120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NUNCA PEDIMOS NI GUARDAMOS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2633472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47408" y="2606040"/>
            <a:ext cx="403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ni usuarios de banca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no se conecta a cuentas bancarias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208" y="350215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47408" y="3474720"/>
            <a:ext cx="403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de tarjeta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de la suscripción ocurre fuera de Financia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208" y="4370832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47408" y="4343400"/>
            <a:ext cx="403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en texto legible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siquiera nuestro equipo puede verlas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6690208" y="5166360"/>
            <a:ext cx="4495648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6690208" y="5285232"/>
            <a:ext cx="449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vendemos ni compartimos</a:t>
            </a:r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datos personales con terceros para fines comerciales.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CUENTA</a:t>
            </a:r>
            <a:pPr indent="0" marL="0">
              <a:buNone/>
            </a:pPr>
            <a:r>
              <a:rPr lang="en-US" sz="11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 /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protegemos la cuenta de cada usuario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47672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2024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contraseña no existe en nuestros sistemas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3288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Guardamos una huella matemática irreversible. Si alguien accediera a la base de datos, no encontraría contraseñas.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8328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nadie, ni Financia, puede leer su clave.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68698" y="169164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018" y="194767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91658" y="192024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verificado antes de activar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643018" y="253288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cuenta solo se activa cuando el usuario confirma desde su bandeja de entrada. Nadie puede registrarse en nombre de otro.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643018" y="338328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correo es la llave de su cuenta.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097317" y="169164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637" y="194767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20277" y="192024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Intentos repetidos, bloqueados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371637" y="253288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intentos de ingreso fallidos en serie se frenan automáticamente, lo que neutraliza los ataques de adivinación de claves.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8371637" y="338328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claves al azar no funciona.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16552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38912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se verifica en el servidor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00176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o el teléfono nunca deciden quién es el usuario. Cada consulta se valida de nuevo del lado de Financia antes de responder.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8521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suplantar una sesión desde el dispositivo.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368698" y="416052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018" y="4416552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91658" y="438912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solo por correo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643018" y="500176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olvida su clave, la única vía es un enlace de un solo uso enviado a su correo. No hay preguntas secretas ni cambios por chat.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4643018" y="58521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la cuenta exige tener el correo.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8097317" y="416052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637" y="4416552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20277" y="438912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información, solo para él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371637" y="500176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filtra cada consulta por la identidad del usuario. Un usuario no puede ver los movimientos de otro, aunque tenga conocimientos técnicos.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8371637" y="58521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finanzas son privadas por diseño.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Y LOS PAGOS</a:t>
            </a:r>
            <a:pPr indent="0" marL="0">
              <a:buNone/>
            </a:pPr>
            <a:r>
              <a:rPr lang="en-US" sz="11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 /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protegemos los datos y los pagos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47672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2024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todo el recorrido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3288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viaja cifrada entre el dispositivo y Financia, y se almacena cifrada en reposo.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8328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puede leerla en el camino ni en el disco.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68698" y="169164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018" y="194767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91658" y="192024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certificada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643018" y="253288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corre sobre proveedores de nube con certificación SOC 2 Tipo II, el estándar que exigen las instituciones financieras a sus proveedores tecnológicos.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643018" y="338328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controles que usa la banca digital.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097317" y="169164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637" y="194767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20277" y="192024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100% en Mercado Pago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371637" y="253288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suscripción se paga dentro de Mercado Pago, certificado PCI DSS. Financia solo recibe la confirmación de pago, nunca los datos de la tarjeta.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8371637" y="338328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tarjeta jamás pasa por nosotros.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16552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38912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pago con firma digital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00176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notificación de pago trae una firma que se comprueba antes de aplicarla. Un aviso que no venga de Mercado Pago se descarta.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8521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activa ni cancela un plan con un aviso falso.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368698" y="416052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018" y="4416552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91658" y="438912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administrativo restringido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643018" y="500176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internas exigen una cuenta con rol de administrador, y ese rol solo puede asignarlo el servidor, nunca el usuario.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4643018" y="58521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atajos para llegar a datos de otros.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8097317" y="4160520"/>
            <a:ext cx="3454298" cy="2194560"/>
          </a:xfrm>
          <a:prstGeom prst="roundRect">
            <a:avLst>
              <a:gd name="adj" fmla="val 3333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637" y="4416552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20277" y="4389120"/>
            <a:ext cx="2402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sin datos financieros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371637" y="5001768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mensajes de WhatsApp son recordatorios genéricos para registrar el día. Nunca incluyen montos, saldos ni movimientos.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8371637" y="58521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USUARIO  </a:t>
            </a:r>
            <a:pPr indent="0" marL="0"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ve su chat, no ve sus finanzas.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COMPROMISOS</a:t>
            </a:r>
            <a:pPr indent="0" marL="0">
              <a:buNone/>
            </a:pPr>
            <a:r>
              <a:rPr lang="en-US" sz="11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 /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su institución puede esperar de nosotros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78308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214884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pedimos ni conservamos información que el servicio no necesite. Menos datos guardados es menos riesgo para el usuario y para su institución.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25880" y="2807208"/>
            <a:ext cx="5897880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88036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324612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privacidad pública, un canal de protección de datos para atender solicitudes y respuesta a cualquier requerimiento de su área de cumplimiento.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325880" y="3904488"/>
            <a:ext cx="5897880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3360"/>
            <a:ext cx="438912" cy="4389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97764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usuario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434340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Acceso, corrección, portabilidad y eliminación de sus datos a solicitud, conforme al régimen de habeas data colombiano.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325880" y="5001768"/>
            <a:ext cx="5897880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20640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507492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como parte del desarrollo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544068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 toque cuentas, datos personales o pagos pasa por una revisión de seguridad antes de publicarse.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772400" y="1783080"/>
            <a:ext cx="3779215" cy="4206240"/>
          </a:xfrm>
          <a:prstGeom prst="roundRect">
            <a:avLst>
              <a:gd name="adj" fmla="val 1936"/>
            </a:avLst>
          </a:prstGeom>
          <a:solidFill>
            <a:srgbClr val="16305A"/>
          </a:solidFill>
          <a:ln w="9525">
            <a:solidFill>
              <a:srgbClr val="24406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14884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38160" y="2788920"/>
            <a:ext cx="3047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 equipo de seguridad y riesgo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8138160" y="3566160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gusto ampliamos el detalle técnico de cada uno de estos controles en una sesión con su área de seguridad de la información.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8138160" y="4617720"/>
            <a:ext cx="3047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colombiaia.financia@gmail.com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spc="2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+57 322 379 6302 · Bogotá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Financia protege la información de los usuarios</dc:title>
  <dc:subject>PptxGenJS Presentation</dc:subject>
  <dc:creator>PptxGenJS</dc:creator>
  <cp:lastModifiedBy>PptxGenJS</cp:lastModifiedBy>
  <cp:revision>1</cp:revision>
  <dcterms:created xsi:type="dcterms:W3CDTF">2026-09-13T19:16:08Z</dcterms:created>
  <dcterms:modified xsi:type="dcterms:W3CDTF">2026-09-13T19:16:08Z</dcterms:modified>
</cp:coreProperties>
</file>